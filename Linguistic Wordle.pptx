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4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98" autoAdjust="0"/>
    <p:restoredTop sz="94660"/>
  </p:normalViewPr>
  <p:slideViewPr>
    <p:cSldViewPr snapToGrid="0">
      <p:cViewPr varScale="1">
        <p:scale>
          <a:sx n="87" d="100"/>
          <a:sy n="87" d="100"/>
        </p:scale>
        <p:origin x="66" y="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B06944-B708-D7C6-6211-ACF47F4C9D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BAA9D6A-AEE5-A3B4-E5DB-6042D00B4B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CE831A-87B9-D6EB-8030-FF3B05151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B84D7-4E56-4402-940A-D0F4FE626366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3E35CB-9E4F-F5A3-450B-2640A4E65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D5EEFA-B9DB-2A64-2EAD-4E028C9B4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B2607-DD9F-4828-B27E-B2D8061885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5048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5EB975-4A5C-71B4-2B8E-867E3CC94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2FA797-FC10-5E93-D34D-0A065A46B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9E42E2-CC9D-6E14-140D-917342281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B84D7-4E56-4402-940A-D0F4FE626366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1EFC7B-E67D-502D-EE2C-790C161C9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74D37B1-9E03-E38C-274D-3BD0D3073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B2607-DD9F-4828-B27E-B2D8061885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352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612CA1-C45D-4758-BBD2-78EEC9667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7273E62-FCE2-4CFE-BFFE-700596FEE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4A3E6A-C5B0-A153-2174-F10539E9C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B84D7-4E56-4402-940A-D0F4FE626366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2FAD73-A0B5-2193-AB0A-4796BD967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B9DED8-EEAF-734D-C152-8E8479149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B2607-DD9F-4828-B27E-B2D8061885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0015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A5591E-ADE1-F37B-7241-6E5A091CA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5D4414-B689-076B-DECF-B38983FB02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7F643B6-74E1-7E14-A073-204E5907E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1DB8F4E-5DCB-F3A0-02AD-06E9B500B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B84D7-4E56-4402-940A-D0F4FE626366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C17266F-A574-3D02-9424-312BEAFBD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557CE7-C45D-DAC6-A54B-BA21315B4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B2607-DD9F-4828-B27E-B2D8061885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1635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DAB166-2742-EDF5-4FF2-4B99866C3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84A2E97-AA8F-ED1E-B4AA-AA7D8C852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18B19CA-5A32-CD6C-BEE2-DE57C730AA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B0E12ED-50EB-0123-0426-C0F72140DD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2D81E4A-1CDC-242B-619C-767C20C5DE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1A0DEF2-8804-28CD-5464-2B05A0342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B84D7-4E56-4402-940A-D0F4FE626366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F168BC1-226E-765B-FA78-5B294A2F2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C8FF82-E901-259B-E8F7-245A72E2B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B2607-DD9F-4828-B27E-B2D8061885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1731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50DD19-65FA-06CF-A5EE-0AFEFAB1A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CE8BE9E-DFCB-5125-6DD6-0B8C5AEAF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B84D7-4E56-4402-940A-D0F4FE626366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E293018-43B7-EB05-3AC7-D9CC30EDA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F20FDC-8906-CC84-DA6E-C69DFB06A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B2607-DD9F-4828-B27E-B2D8061885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1899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53C05AB-BE9D-FDF1-FB75-5C65DC89D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B84D7-4E56-4402-940A-D0F4FE626366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CE841A9-89A7-B0DE-C01D-F21CE4723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DE6BBE4-2D94-597F-7E0E-87648BA13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B2607-DD9F-4828-B27E-B2D8061885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9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37D551-7C4B-1B6B-E08D-51EA75F4E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4661E9-F89F-8C92-4E06-6D51EB564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8CEE852-B7B9-4A35-89B4-AF6E1C011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D3BB815-0D02-E07D-7FC4-C010763E3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B84D7-4E56-4402-940A-D0F4FE626366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A28E051-291C-11FF-B43D-BFC77419D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D5C13A-DF3E-B2BB-D19A-98CDC754A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B2607-DD9F-4828-B27E-B2D8061885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5959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DDD381-A140-66B3-9EF9-6A4B1A401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AEE6995-2117-E78B-D1F1-77555DE6B7B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4ED84-7B65-F162-323C-8B315A8D1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54E990E-67A3-0277-1185-D1E5590E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B84D7-4E56-4402-940A-D0F4FE626366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F38B15F-B636-5194-1B51-FA5252D6A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DE287F-BEC3-8431-A28D-39DAE3848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B2607-DD9F-4828-B27E-B2D8061885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4555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6B9BC2-77CB-A5E2-8A18-DDCBD1A65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7999FF0-43BF-49E8-5EBD-50FA312D4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BF933F-7E7C-12A1-3312-D82320985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B84D7-4E56-4402-940A-D0F4FE626366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8D0BC7-AC65-8A32-20BD-90F45EA7E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D84904-FCE1-C3EB-6F3E-014C17C41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B2607-DD9F-4828-B27E-B2D8061885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0947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D7D8284-437B-E117-223D-2B569E61D0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5487560-7AE6-684D-AE13-D03B063456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77F38C-3461-8B14-18A2-884BDE102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B84D7-4E56-4402-940A-D0F4FE626366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7C3037-A089-A466-5994-50A13E3F6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C78FD9-D512-DF44-D2FB-20FFB8973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B2607-DD9F-4828-B27E-B2D8061885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692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A2C96B0-BF67-684D-6406-D551BB1C0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859EF9-6398-E796-3892-B683CB0AA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590E5B-3E92-35C9-5408-BA6F4E4494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5B84D7-4E56-4402-940A-D0F4FE626366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25C57C-B843-52DD-B863-41649D2919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2CEF6B-0891-0049-A007-5341422FEB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7B2607-DD9F-4828-B27E-B2D8061885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977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47F81-3A1A-D2C2-D5BC-F6122EE84F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Linguistic</a:t>
            </a:r>
            <a:r>
              <a:rPr lang="de-DE" dirty="0"/>
              <a:t> Wordle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A33395D-0A0F-74B2-D72B-33A61F5221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By Veronika Rapp and Jonas Patzke</a:t>
            </a:r>
          </a:p>
        </p:txBody>
      </p:sp>
    </p:spTree>
    <p:extLst>
      <p:ext uri="{BB962C8B-B14F-4D97-AF65-F5344CB8AC3E}">
        <p14:creationId xmlns:p14="http://schemas.microsoft.com/office/powerpoint/2010/main" val="1916111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C7B065-420D-7072-DE4B-88C316AEE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Research Question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8780DD-A174-8943-B714-38B60D0EA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1014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3200" b="1" dirty="0" err="1"/>
              <a:t>Which</a:t>
            </a:r>
            <a:r>
              <a:rPr lang="de-DE" sz="3200" b="1" dirty="0"/>
              <a:t> </a:t>
            </a:r>
            <a:r>
              <a:rPr lang="de-DE" sz="3200" b="1" dirty="0" err="1"/>
              <a:t>linguistic</a:t>
            </a:r>
            <a:r>
              <a:rPr lang="de-DE" sz="3200" b="1" dirty="0"/>
              <a:t> </a:t>
            </a:r>
            <a:r>
              <a:rPr lang="de-DE" sz="3200" b="1" dirty="0" err="1"/>
              <a:t>features</a:t>
            </a:r>
            <a:r>
              <a:rPr lang="de-DE" sz="3200" b="1" dirty="0"/>
              <a:t> </a:t>
            </a:r>
            <a:r>
              <a:rPr lang="de-DE" sz="3200" b="1" dirty="0" err="1"/>
              <a:t>provide</a:t>
            </a:r>
            <a:r>
              <a:rPr lang="de-DE" sz="3200" b="1" dirty="0"/>
              <a:t> the </a:t>
            </a:r>
            <a:r>
              <a:rPr lang="de-DE" sz="3200" b="1" dirty="0" err="1"/>
              <a:t>most</a:t>
            </a:r>
            <a:r>
              <a:rPr lang="de-DE" sz="3200" b="1" dirty="0"/>
              <a:t> </a:t>
            </a:r>
            <a:r>
              <a:rPr lang="de-DE" sz="3200" b="1" dirty="0" err="1"/>
              <a:t>effective</a:t>
            </a:r>
            <a:r>
              <a:rPr lang="de-DE" sz="3200" b="1" dirty="0"/>
              <a:t> support for </a:t>
            </a:r>
            <a:r>
              <a:rPr lang="de-DE" sz="3200" b="1" dirty="0" err="1"/>
              <a:t>players</a:t>
            </a:r>
            <a:r>
              <a:rPr lang="de-DE" sz="3200" b="1" dirty="0"/>
              <a:t> </a:t>
            </a:r>
            <a:r>
              <a:rPr lang="de-DE" sz="3200" b="1" dirty="0" err="1"/>
              <a:t>when</a:t>
            </a:r>
            <a:r>
              <a:rPr lang="de-DE" sz="3200" b="1" dirty="0"/>
              <a:t> </a:t>
            </a:r>
            <a:r>
              <a:rPr lang="de-DE" sz="3200" b="1" dirty="0" err="1"/>
              <a:t>guessing</a:t>
            </a:r>
            <a:r>
              <a:rPr lang="de-DE" sz="3200" b="1" dirty="0"/>
              <a:t> a </a:t>
            </a:r>
            <a:r>
              <a:rPr lang="de-DE" sz="3200" b="1" dirty="0" err="1"/>
              <a:t>hidden</a:t>
            </a:r>
            <a:r>
              <a:rPr lang="de-DE" sz="3200" b="1" dirty="0"/>
              <a:t> </a:t>
            </a:r>
            <a:r>
              <a:rPr lang="de-DE" sz="3200" b="1" dirty="0" err="1"/>
              <a:t>target</a:t>
            </a:r>
            <a:r>
              <a:rPr lang="de-DE" sz="3200" b="1" dirty="0"/>
              <a:t> </a:t>
            </a:r>
            <a:r>
              <a:rPr lang="de-DE" sz="3200" b="1" dirty="0" err="1"/>
              <a:t>word</a:t>
            </a:r>
            <a:r>
              <a:rPr lang="de-DE" sz="3200" b="1" dirty="0"/>
              <a:t> in a Wordle-like game?</a:t>
            </a:r>
          </a:p>
        </p:txBody>
      </p:sp>
    </p:spTree>
    <p:extLst>
      <p:ext uri="{BB962C8B-B14F-4D97-AF65-F5344CB8AC3E}">
        <p14:creationId xmlns:p14="http://schemas.microsoft.com/office/powerpoint/2010/main" val="3338944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597860-A491-7208-BFB2-D8FE9393F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 </a:t>
            </a:r>
            <a:r>
              <a:rPr lang="de-DE" dirty="0" err="1"/>
              <a:t>Steps</a:t>
            </a:r>
            <a:endParaRPr lang="de-DE" dirty="0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4AD2B454-D40F-4BEE-206A-40ED3E5EA6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6018" y="1362662"/>
            <a:ext cx="9490393" cy="513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432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EABF3B-0868-6CB7-2DC9-B80426D09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1st step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74DA91-D0DC-1DF7-73B5-38D22045D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b="1" dirty="0"/>
              <a:t>Text </a:t>
            </a:r>
            <a:r>
              <a:rPr lang="de-DE" b="1" dirty="0" err="1"/>
              <a:t>processing</a:t>
            </a:r>
            <a:r>
              <a:rPr lang="de-DE" b="1" dirty="0"/>
              <a:t> 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-</a:t>
            </a:r>
            <a:r>
              <a:rPr lang="de-DE" dirty="0" err="1"/>
              <a:t>extract</a:t>
            </a:r>
            <a:r>
              <a:rPr lang="de-DE" dirty="0"/>
              <a:t> the </a:t>
            </a:r>
            <a:r>
              <a:rPr lang="de-DE" dirty="0" err="1"/>
              <a:t>first</a:t>
            </a:r>
            <a:r>
              <a:rPr lang="de-DE" dirty="0"/>
              <a:t> 20 </a:t>
            </a:r>
            <a:r>
              <a:rPr lang="de-DE" dirty="0" err="1"/>
              <a:t>chapters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-</a:t>
            </a:r>
            <a:r>
              <a:rPr lang="de-DE" dirty="0" err="1"/>
              <a:t>tokenize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-remove stop </a:t>
            </a:r>
            <a:r>
              <a:rPr lang="de-DE" dirty="0" err="1"/>
              <a:t>words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-remove proper </a:t>
            </a:r>
            <a:r>
              <a:rPr lang="de-DE" dirty="0" err="1"/>
              <a:t>names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-</a:t>
            </a:r>
            <a:r>
              <a:rPr lang="de-DE" dirty="0" err="1"/>
              <a:t>lemmatize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-</a:t>
            </a:r>
            <a:r>
              <a:rPr lang="de-DE" dirty="0" err="1"/>
              <a:t>solve</a:t>
            </a:r>
            <a:r>
              <a:rPr lang="de-DE" dirty="0"/>
              <a:t> </a:t>
            </a:r>
            <a:r>
              <a:rPr lang="de-DE" dirty="0" err="1"/>
              <a:t>edge</a:t>
            </a:r>
            <a:r>
              <a:rPr lang="de-DE" dirty="0"/>
              <a:t> </a:t>
            </a:r>
            <a:r>
              <a:rPr lang="de-DE" dirty="0" err="1"/>
              <a:t>cases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-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words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 the </a:t>
            </a:r>
            <a:r>
              <a:rPr lang="de-DE" dirty="0" err="1"/>
              <a:t>syllables</a:t>
            </a:r>
            <a:r>
              <a:rPr lang="de-DE" dirty="0"/>
              <a:t> of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1598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276E04D9-949A-3051-C60B-374E6A74CF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684190"/>
            <a:ext cx="10905066" cy="348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651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4AC8FC-59BB-7CFE-7CD2-48689E436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2nd step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A79C3D-8C52-C2A9-D9A3-BB842404E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 err="1"/>
              <a:t>Extracting</a:t>
            </a:r>
            <a:r>
              <a:rPr lang="de-DE" b="1" dirty="0"/>
              <a:t> the </a:t>
            </a:r>
            <a:r>
              <a:rPr lang="de-DE" b="1" dirty="0" err="1"/>
              <a:t>linguistic</a:t>
            </a:r>
            <a:r>
              <a:rPr lang="de-DE" b="1" dirty="0"/>
              <a:t> </a:t>
            </a:r>
            <a:r>
              <a:rPr lang="de-DE" b="1" dirty="0" err="1"/>
              <a:t>properties</a:t>
            </a:r>
            <a:endParaRPr lang="de-DE" b="1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-POS</a:t>
            </a:r>
          </a:p>
          <a:p>
            <a:pPr marL="0" indent="0">
              <a:buNone/>
            </a:pPr>
            <a:r>
              <a:rPr lang="de-DE" dirty="0"/>
              <a:t>-</a:t>
            </a:r>
            <a:r>
              <a:rPr lang="de-DE" dirty="0" err="1"/>
              <a:t>length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-</a:t>
            </a:r>
            <a:r>
              <a:rPr lang="de-DE" dirty="0" err="1"/>
              <a:t>syllables</a:t>
            </a:r>
            <a:r>
              <a:rPr lang="de-DE" dirty="0"/>
              <a:t> </a:t>
            </a:r>
            <a:r>
              <a:rPr lang="de-DE" dirty="0" err="1"/>
              <a:t>count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-</a:t>
            </a:r>
            <a:r>
              <a:rPr lang="de-DE" dirty="0" err="1"/>
              <a:t>word</a:t>
            </a:r>
            <a:r>
              <a:rPr lang="de-DE" dirty="0"/>
              <a:t> </a:t>
            </a:r>
            <a:r>
              <a:rPr lang="de-DE" dirty="0" err="1"/>
              <a:t>frequency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48916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CFB10CBC-C004-4186-23C2-0D89C50B4B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978" y="4529426"/>
            <a:ext cx="11345204" cy="121960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A5616AA-C03C-B4D1-F8EB-F6226728C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00" y="1205345"/>
            <a:ext cx="11656561" cy="23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969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2C5F50-A2FA-DFF7-19D3-65FAB95BA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FF975D8-F1AD-22D4-A02F-3E551B52EE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8674" y="4285454"/>
            <a:ext cx="3811584" cy="155423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806B505-4806-6B9B-8DD9-4900586D0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309" y="3700895"/>
            <a:ext cx="4267200" cy="24765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37C3352-35C8-77EF-5D45-72E6F1273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068" y="125292"/>
            <a:ext cx="8981864" cy="352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72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886DDF-E84F-E0F0-EE89-9FA1EFF75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99A7F1C-833F-FAF4-0E58-7738F520EC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865" y="2418502"/>
            <a:ext cx="12075135" cy="202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943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4B5AC0-6372-0F34-EC3C-683F008E9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3rd step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F60D3D-E9AA-A233-7678-F706585F6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 err="1"/>
              <a:t>Implementing</a:t>
            </a:r>
            <a:r>
              <a:rPr lang="de-DE" b="1" dirty="0"/>
              <a:t> the game </a:t>
            </a:r>
            <a:r>
              <a:rPr lang="de-DE" b="1" dirty="0" err="1"/>
              <a:t>logic</a:t>
            </a:r>
            <a:r>
              <a:rPr lang="de-DE" b="1" dirty="0"/>
              <a:t> and the HTML </a:t>
            </a:r>
            <a:r>
              <a:rPr lang="de-DE" b="1" dirty="0" err="1"/>
              <a:t>gui</a:t>
            </a:r>
            <a:endParaRPr lang="de-DE" b="1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-</a:t>
            </a:r>
            <a:r>
              <a:rPr lang="de-DE" dirty="0" err="1"/>
              <a:t>write</a:t>
            </a:r>
            <a:r>
              <a:rPr lang="de-DE" dirty="0"/>
              <a:t> the design in HTML and CSS</a:t>
            </a:r>
          </a:p>
          <a:p>
            <a:pPr marL="0" indent="0">
              <a:buNone/>
            </a:pPr>
            <a:r>
              <a:rPr lang="de-DE" dirty="0"/>
              <a:t>-</a:t>
            </a:r>
            <a:r>
              <a:rPr lang="de-DE" dirty="0" err="1"/>
              <a:t>connecting</a:t>
            </a:r>
            <a:r>
              <a:rPr lang="de-DE" dirty="0"/>
              <a:t> the frontend </a:t>
            </a:r>
            <a:r>
              <a:rPr lang="de-DE" dirty="0" err="1"/>
              <a:t>with</a:t>
            </a:r>
            <a:r>
              <a:rPr lang="de-DE" dirty="0"/>
              <a:t> the backend </a:t>
            </a:r>
            <a:r>
              <a:rPr lang="de-DE" dirty="0" err="1"/>
              <a:t>over</a:t>
            </a:r>
            <a:r>
              <a:rPr lang="de-DE" dirty="0"/>
              <a:t> Flask</a:t>
            </a:r>
          </a:p>
          <a:p>
            <a:pPr marL="0" indent="0">
              <a:buNone/>
            </a:pPr>
            <a:r>
              <a:rPr lang="de-DE" dirty="0"/>
              <a:t>-</a:t>
            </a:r>
            <a:r>
              <a:rPr lang="de-DE" dirty="0" err="1"/>
              <a:t>write</a:t>
            </a:r>
            <a:r>
              <a:rPr lang="de-DE" dirty="0"/>
              <a:t> </a:t>
            </a:r>
            <a:r>
              <a:rPr lang="de-DE" dirty="0" err="1"/>
              <a:t>functions</a:t>
            </a:r>
            <a:r>
              <a:rPr lang="de-DE" dirty="0"/>
              <a:t> to </a:t>
            </a:r>
            <a:r>
              <a:rPr lang="de-DE" dirty="0" err="1"/>
              <a:t>implement</a:t>
            </a:r>
            <a:r>
              <a:rPr lang="de-DE" dirty="0"/>
              <a:t> </a:t>
            </a:r>
            <a:r>
              <a:rPr lang="de-DE" dirty="0" err="1"/>
              <a:t>logic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-</a:t>
            </a:r>
            <a:r>
              <a:rPr lang="de-DE" dirty="0" err="1"/>
              <a:t>choose</a:t>
            </a:r>
            <a:r>
              <a:rPr lang="de-DE" dirty="0"/>
              <a:t> a </a:t>
            </a:r>
            <a:r>
              <a:rPr lang="de-DE" dirty="0" err="1"/>
              <a:t>random</a:t>
            </a:r>
            <a:r>
              <a:rPr lang="de-DE" dirty="0"/>
              <a:t> </a:t>
            </a:r>
            <a:r>
              <a:rPr lang="de-DE" dirty="0" err="1"/>
              <a:t>word</a:t>
            </a:r>
            <a:r>
              <a:rPr lang="de-DE" dirty="0"/>
              <a:t> as </a:t>
            </a:r>
            <a:r>
              <a:rPr lang="de-DE" dirty="0" err="1"/>
              <a:t>solution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-run code on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guess</a:t>
            </a:r>
            <a:r>
              <a:rPr lang="de-DE" dirty="0"/>
              <a:t> and </a:t>
            </a:r>
            <a:r>
              <a:rPr lang="de-DE" dirty="0" err="1"/>
              <a:t>return</a:t>
            </a:r>
            <a:r>
              <a:rPr lang="de-DE" dirty="0"/>
              <a:t> </a:t>
            </a:r>
            <a:r>
              <a:rPr lang="de-DE" dirty="0" err="1"/>
              <a:t>hints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7139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2DC67B-1BF4-E7F9-3156-DC7CF20AD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FAAEE0E-04A2-2B78-87A0-21F9CF1E63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3170" y="1094971"/>
            <a:ext cx="8565660" cy="466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936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23A951-378D-5AFC-FEE0-9AC50C4EE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4th </a:t>
            </a:r>
            <a:r>
              <a:rPr lang="de-DE" dirty="0" err="1"/>
              <a:t>Step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63DDA9-1F68-D97C-F8C3-CA12CBE14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 err="1"/>
              <a:t>Collecting</a:t>
            </a:r>
            <a:r>
              <a:rPr lang="de-DE" b="1" dirty="0"/>
              <a:t> and </a:t>
            </a:r>
            <a:r>
              <a:rPr lang="de-DE" b="1" dirty="0" err="1"/>
              <a:t>Evaluating</a:t>
            </a:r>
            <a:r>
              <a:rPr lang="de-DE" b="1" dirty="0"/>
              <a:t> Data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-</a:t>
            </a:r>
            <a:r>
              <a:rPr lang="de-DE" dirty="0" err="1"/>
              <a:t>playing</a:t>
            </a:r>
            <a:r>
              <a:rPr lang="de-DE" dirty="0"/>
              <a:t> </a:t>
            </a:r>
            <a:r>
              <a:rPr lang="de-DE" dirty="0" err="1"/>
              <a:t>wordle</a:t>
            </a:r>
            <a:r>
              <a:rPr lang="de-DE" dirty="0"/>
              <a:t> and </a:t>
            </a:r>
            <a:r>
              <a:rPr lang="de-DE" dirty="0" err="1"/>
              <a:t>collect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-</a:t>
            </a:r>
            <a:r>
              <a:rPr lang="de-DE" dirty="0" err="1"/>
              <a:t>write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 </a:t>
            </a:r>
            <a:r>
              <a:rPr lang="de-DE" dirty="0" err="1"/>
              <a:t>functions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-</a:t>
            </a:r>
            <a:r>
              <a:rPr lang="de-DE" dirty="0" err="1"/>
              <a:t>analayse</a:t>
            </a:r>
            <a:r>
              <a:rPr lang="de-DE" dirty="0"/>
              <a:t> </a:t>
            </a:r>
            <a:r>
              <a:rPr lang="de-DE" dirty="0" err="1"/>
              <a:t>charts</a:t>
            </a:r>
            <a:r>
              <a:rPr lang="de-DE" dirty="0"/>
              <a:t> and </a:t>
            </a:r>
            <a:r>
              <a:rPr lang="de-DE" dirty="0" err="1"/>
              <a:t>interpret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51855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E6B879-F9C8-2DBE-CFEF-C3493B18F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12AED8D5-9A84-F9C4-B35C-AD53E2B23A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696" y="974122"/>
            <a:ext cx="11634608" cy="187238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F359B60-4CED-77BF-91D5-3BABFCA2C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844" y="3823230"/>
            <a:ext cx="11466312" cy="112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415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8F107307-3E84-1C28-AF46-4A20A72C42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2060" y="1027906"/>
            <a:ext cx="8038029" cy="481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369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F5D2F4-E437-263A-4342-90AA8425F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4C1B656E-E192-48F8-C2B9-0FD9475FF2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581" y="2339676"/>
            <a:ext cx="11934071" cy="70139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1EA07B0-2EF3-8675-D2C2-655217FAB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81" y="4489353"/>
            <a:ext cx="11637819" cy="64319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1FA6F85-19F3-87FD-920E-C5FFBB235F2F}"/>
              </a:ext>
            </a:extLst>
          </p:cNvPr>
          <p:cNvSpPr txBox="1"/>
          <p:nvPr/>
        </p:nvSpPr>
        <p:spPr>
          <a:xfrm>
            <a:off x="325581" y="1718612"/>
            <a:ext cx="2004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/>
              <a:t>Linguistic</a:t>
            </a:r>
            <a:r>
              <a:rPr lang="de-DE" b="1" dirty="0"/>
              <a:t> Wordle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B5E2C1C-ECC2-0854-7DF4-6C52774E6254}"/>
              </a:ext>
            </a:extLst>
          </p:cNvPr>
          <p:cNvSpPr txBox="1"/>
          <p:nvPr/>
        </p:nvSpPr>
        <p:spPr>
          <a:xfrm>
            <a:off x="325581" y="3816927"/>
            <a:ext cx="2365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Wordle </a:t>
            </a:r>
            <a:r>
              <a:rPr lang="de-DE" b="1" dirty="0" err="1"/>
              <a:t>without</a:t>
            </a:r>
            <a:r>
              <a:rPr lang="de-DE" b="1" dirty="0"/>
              <a:t> </a:t>
            </a:r>
            <a:r>
              <a:rPr lang="de-DE" b="1" dirty="0" err="1"/>
              <a:t>hints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632175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F13DA8-227B-D152-FC75-C1C7FEEC8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8258E141-E4D5-4196-404C-C87631A28C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0176" y="1054699"/>
            <a:ext cx="7851648" cy="474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886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0BFC56-C0B7-F541-926E-6711D2D0A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/>
              <a:t>Conclusion</a:t>
            </a:r>
            <a:endParaRPr lang="de-DE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3A0B72-E564-7D30-32D2-C0390CB24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82" y="3470118"/>
            <a:ext cx="10515600" cy="1661854"/>
          </a:xfrm>
        </p:spPr>
        <p:txBody>
          <a:bodyPr/>
          <a:lstStyle/>
          <a:p>
            <a:r>
              <a:rPr lang="de-DE" dirty="0"/>
              <a:t>Per </a:t>
            </a:r>
            <a:r>
              <a:rPr lang="de-DE" dirty="0" err="1"/>
              <a:t>elimination</a:t>
            </a:r>
            <a:r>
              <a:rPr lang="de-DE" dirty="0"/>
              <a:t> rate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efficient</a:t>
            </a:r>
            <a:r>
              <a:rPr lang="de-DE" dirty="0"/>
              <a:t>:</a:t>
            </a:r>
          </a:p>
          <a:p>
            <a:pPr lvl="1"/>
            <a:r>
              <a:rPr lang="de-DE" dirty="0" err="1"/>
              <a:t>Starting</a:t>
            </a:r>
            <a:r>
              <a:rPr lang="de-DE" dirty="0"/>
              <a:t> </a:t>
            </a:r>
            <a:r>
              <a:rPr lang="de-DE" dirty="0" err="1"/>
              <a:t>letter</a:t>
            </a:r>
            <a:r>
              <a:rPr lang="de-DE" dirty="0"/>
              <a:t> </a:t>
            </a:r>
          </a:p>
          <a:p>
            <a:pPr lvl="1"/>
            <a:r>
              <a:rPr lang="de-DE" dirty="0" err="1"/>
              <a:t>Frequencies</a:t>
            </a:r>
            <a:endParaRPr lang="de-DE" dirty="0"/>
          </a:p>
          <a:p>
            <a:pPr lvl="1"/>
            <a:r>
              <a:rPr lang="de-DE" dirty="0"/>
              <a:t>POS</a:t>
            </a:r>
          </a:p>
          <a:p>
            <a:pPr marL="457200" lvl="1" indent="0">
              <a:buNone/>
            </a:pP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ED92DE8-D42C-F3CB-00C9-79C01877DBD8}"/>
              </a:ext>
            </a:extLst>
          </p:cNvPr>
          <p:cNvSpPr txBox="1"/>
          <p:nvPr/>
        </p:nvSpPr>
        <p:spPr>
          <a:xfrm>
            <a:off x="702182" y="1925904"/>
            <a:ext cx="851313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 err="1"/>
              <a:t>Measurable</a:t>
            </a:r>
            <a:r>
              <a:rPr lang="de-DE" sz="2800" dirty="0"/>
              <a:t> </a:t>
            </a:r>
            <a:r>
              <a:rPr lang="de-DE" sz="2800" dirty="0" err="1"/>
              <a:t>differences</a:t>
            </a:r>
            <a:r>
              <a:rPr lang="de-DE" sz="2800" dirty="0"/>
              <a:t> </a:t>
            </a:r>
            <a:r>
              <a:rPr lang="de-DE" sz="2800" dirty="0" err="1"/>
              <a:t>between</a:t>
            </a:r>
            <a:r>
              <a:rPr lang="de-DE" sz="2800" dirty="0"/>
              <a:t> </a:t>
            </a:r>
            <a:r>
              <a:rPr lang="de-DE" sz="2800" dirty="0" err="1"/>
              <a:t>both</a:t>
            </a:r>
            <a:r>
              <a:rPr lang="de-DE" sz="2800" dirty="0"/>
              <a:t> </a:t>
            </a:r>
            <a:r>
              <a:rPr lang="de-DE" sz="2800" dirty="0" err="1"/>
              <a:t>wordle</a:t>
            </a:r>
            <a:r>
              <a:rPr lang="de-DE" sz="2800" dirty="0"/>
              <a:t> </a:t>
            </a:r>
            <a:r>
              <a:rPr lang="de-DE" sz="2800" dirty="0" err="1"/>
              <a:t>games</a:t>
            </a:r>
            <a:endParaRPr lang="de-DE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More time, </a:t>
            </a:r>
            <a:r>
              <a:rPr lang="de-DE" sz="2800" dirty="0" err="1"/>
              <a:t>more</a:t>
            </a:r>
            <a:r>
              <a:rPr lang="de-DE" sz="2800" dirty="0"/>
              <a:t> </a:t>
            </a:r>
            <a:r>
              <a:rPr lang="de-DE" sz="2800" dirty="0" err="1"/>
              <a:t>wins</a:t>
            </a:r>
            <a:r>
              <a:rPr lang="de-DE" sz="2800" dirty="0"/>
              <a:t>, </a:t>
            </a:r>
            <a:r>
              <a:rPr lang="de-DE" sz="2800" dirty="0" err="1"/>
              <a:t>less</a:t>
            </a:r>
            <a:r>
              <a:rPr lang="de-DE" sz="2800" dirty="0"/>
              <a:t> </a:t>
            </a:r>
            <a:r>
              <a:rPr lang="de-DE" sz="2800" dirty="0" err="1"/>
              <a:t>tries</a:t>
            </a:r>
            <a:r>
              <a:rPr lang="de-DE" sz="2800" dirty="0"/>
              <a:t> in </a:t>
            </a:r>
            <a:r>
              <a:rPr lang="de-DE" sz="2800" dirty="0" err="1"/>
              <a:t>Linguistic</a:t>
            </a:r>
            <a:r>
              <a:rPr lang="de-DE" sz="2800" dirty="0"/>
              <a:t> Wordle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150990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C9B36B-E27F-3C67-FEE1-A484A636B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/>
              <a:t>Thank</a:t>
            </a:r>
            <a:r>
              <a:rPr lang="de-DE" b="1" dirty="0"/>
              <a:t> </a:t>
            </a:r>
            <a:r>
              <a:rPr lang="de-DE" b="1" dirty="0" err="1"/>
              <a:t>you</a:t>
            </a:r>
            <a:r>
              <a:rPr lang="de-DE" b="1" dirty="0"/>
              <a:t> for </a:t>
            </a:r>
            <a:r>
              <a:rPr lang="de-DE" b="1" dirty="0" err="1"/>
              <a:t>listening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06BE93-E5C4-F9B1-7685-F9D0D3ECB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Are </a:t>
            </a:r>
            <a:r>
              <a:rPr lang="de-DE" b="1" dirty="0" err="1"/>
              <a:t>there</a:t>
            </a:r>
            <a:r>
              <a:rPr lang="de-DE" b="1" dirty="0"/>
              <a:t> </a:t>
            </a:r>
            <a:r>
              <a:rPr lang="de-DE" b="1" dirty="0" err="1"/>
              <a:t>any</a:t>
            </a:r>
            <a:r>
              <a:rPr lang="de-DE" b="1" dirty="0"/>
              <a:t> </a:t>
            </a:r>
            <a:r>
              <a:rPr lang="de-DE" b="1" dirty="0" err="1"/>
              <a:t>questions</a:t>
            </a:r>
            <a:r>
              <a:rPr lang="de-DE" b="1" dirty="0"/>
              <a:t> </a:t>
            </a:r>
            <a:r>
              <a:rPr lang="de-DE" b="1" dirty="0" err="1"/>
              <a:t>left</a:t>
            </a:r>
            <a:r>
              <a:rPr lang="de-DE" b="1" dirty="0"/>
              <a:t>?</a:t>
            </a:r>
          </a:p>
          <a:p>
            <a:pPr marL="0" indent="0">
              <a:buNone/>
            </a:pPr>
            <a:r>
              <a:rPr lang="de-DE" b="1" dirty="0"/>
              <a:t>			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b="1" dirty="0"/>
              <a:t>				</a:t>
            </a:r>
            <a:endParaRPr lang="de-DE" sz="4800" b="1" dirty="0"/>
          </a:p>
        </p:txBody>
      </p:sp>
    </p:spTree>
    <p:extLst>
      <p:ext uri="{BB962C8B-B14F-4D97-AF65-F5344CB8AC3E}">
        <p14:creationId xmlns:p14="http://schemas.microsoft.com/office/powerpoint/2010/main" val="1684287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Breitbild</PresentationFormat>
  <Paragraphs>51</Paragraphs>
  <Slides>18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</vt:lpstr>
      <vt:lpstr>Linguistic Wordle</vt:lpstr>
      <vt:lpstr>Research Question</vt:lpstr>
      <vt:lpstr>4 Steps</vt:lpstr>
      <vt:lpstr>1st step</vt:lpstr>
      <vt:lpstr>PowerPoint-Präsentation</vt:lpstr>
      <vt:lpstr>2nd step</vt:lpstr>
      <vt:lpstr>PowerPoint-Präsentation</vt:lpstr>
      <vt:lpstr>PowerPoint-Präsentation</vt:lpstr>
      <vt:lpstr>PowerPoint-Präsentation</vt:lpstr>
      <vt:lpstr>3rd step</vt:lpstr>
      <vt:lpstr>PowerPoint-Präsentation</vt:lpstr>
      <vt:lpstr>4th Step</vt:lpstr>
      <vt:lpstr>PowerPoint-Präsentation</vt:lpstr>
      <vt:lpstr>PowerPoint-Präsentation</vt:lpstr>
      <vt:lpstr>PowerPoint-Präsentation</vt:lpstr>
      <vt:lpstr>PowerPoint-Präsentation</vt:lpstr>
      <vt:lpstr>Conclusion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Patzke</dc:creator>
  <cp:lastModifiedBy>Jonas Patzke</cp:lastModifiedBy>
  <cp:revision>5</cp:revision>
  <dcterms:created xsi:type="dcterms:W3CDTF">2026-10-05T09:45:48Z</dcterms:created>
  <dcterms:modified xsi:type="dcterms:W3CDTF">2026-10-08T09:58:09Z</dcterms:modified>
</cp:coreProperties>
</file>